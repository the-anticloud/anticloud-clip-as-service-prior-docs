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CLIP_AS_SERVICE | Category: ONLINE_RETAIL</a:t>
            </a:r>
          </a:p>
          <a:p>
            <a:r>
              <a:rPr sz="1400"/>
              <a:t>Upstream: https://github.com/jina-ai/clip-as-service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CLIP_AS_SERVICE.</a:t>
            </a:r>
          </a:p>
          <a:p>
            <a:r>
              <a:rPr sz="1400"/>
              <a:t>Visual product search for retail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CLIP_AS_SERVICE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