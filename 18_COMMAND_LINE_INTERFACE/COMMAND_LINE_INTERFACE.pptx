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https://github.com/jina-ai/clip-as-service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anticloud-clip-as-service</a:t>
            </a:r>
          </a:p>
          <a:p>
            <a:r>
              <a:rPr sz="1400"/>
              <a:t>anticloud-clip-as-service --offline --pax-local</a:t>
            </a:r>
          </a:p>
          <a:p>
            <a:r>
              <a:rPr sz="1400"/>
              <a:t>anticloud-clip-as-service --aioss-log ./ledger.jsonl</a:t>
            </a:r>
          </a:p>
          <a:p>
            <a:r>
              <a:rPr sz="1400"/>
              <a:t>./clip_as_service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